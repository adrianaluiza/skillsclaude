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59873" cy="10691961"/>
  <p:notesSz cx="10691961" cy="755987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15950" cy="10691961"/>
          </a:xfrm>
          <a:prstGeom prst="rect">
            <a:avLst/>
          </a:prstGeom>
          <a:solidFill>
            <a:srgbClr val="1628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15950" cy="342141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151930" y="5540722"/>
            <a:ext cx="4751933" cy="1091505"/>
          </a:xfrm>
          <a:prstGeom prst="roundRect">
            <a:avLst>
              <a:gd name="adj" fmla="val 6596"/>
            </a:avLst>
          </a:prstGeom>
          <a:solidFill>
            <a:srgbClr val="FAF8F5"/>
          </a:solidFill>
          <a:ln/>
        </p:spPr>
      </p:sp>
      <p:sp>
        <p:nvSpPr>
          <p:cNvPr id="6" name="Shape 4"/>
          <p:cNvSpPr/>
          <p:nvPr/>
        </p:nvSpPr>
        <p:spPr>
          <a:xfrm>
            <a:off x="1151930" y="5540722"/>
            <a:ext cx="19050" cy="109150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7" name="Shape 5"/>
          <p:cNvSpPr/>
          <p:nvPr/>
        </p:nvSpPr>
        <p:spPr>
          <a:xfrm>
            <a:off x="1151930" y="8611344"/>
            <a:ext cx="287982" cy="1771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8" name="Shape 6"/>
          <p:cNvSpPr/>
          <p:nvPr/>
        </p:nvSpPr>
        <p:spPr>
          <a:xfrm>
            <a:off x="1151930" y="9092357"/>
            <a:ext cx="5543996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9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930" y="863947"/>
            <a:ext cx="3311872" cy="926753"/>
          </a:xfrm>
          <a:prstGeom prst="rect">
            <a:avLst/>
          </a:prstGeom>
        </p:spPr>
      </p:pic>
      <p:pic>
        <p:nvPicPr>
          <p:cNvPr id="10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930" y="9353848"/>
            <a:ext cx="1223963" cy="798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1930" y="2726680"/>
            <a:ext cx="55897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700" spc="224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 BRASIL</a:t>
            </a:r>
            <a:endParaRPr lang="en-US" sz="700" dirty="0"/>
          </a:p>
        </p:txBody>
      </p:sp>
      <p:sp>
        <p:nvSpPr>
          <p:cNvPr id="12" name="Text 8"/>
          <p:cNvSpPr txBox="1"/>
          <p:nvPr/>
        </p:nvSpPr>
        <p:spPr>
          <a:xfrm>
            <a:off x="1151930" y="2999780"/>
            <a:ext cx="3491686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spc="-20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Pousada Camburi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1151930" y="3599706"/>
            <a:ext cx="5589716" cy="533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20" kern="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Carta de apresentação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1151930" y="4420939"/>
            <a:ext cx="4293572" cy="543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Uma história de hospitalidade, qualidade e experiências há mais de 20 anos.</a:t>
            </a:r>
            <a:endParaRPr lang="en-US" sz="1260" dirty="0"/>
          </a:p>
        </p:txBody>
      </p:sp>
      <p:sp>
        <p:nvSpPr>
          <p:cNvPr id="15" name="Text 11"/>
          <p:cNvSpPr txBox="1"/>
          <p:nvPr/>
        </p:nvSpPr>
        <p:spPr>
          <a:xfrm>
            <a:off x="1494979" y="5828705"/>
            <a:ext cx="4130606" cy="515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É com grande satisfação que apresentamos a Pousada Camburi, uma empresa genuinamente brasileira.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619845" y="8544074"/>
            <a:ext cx="42834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40" spc="118" kern="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DESDE 22 DE AGOSTO DE 2002 · CAMBURI, SÃO SEBASTIÃO — SP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5322808" y="9823996"/>
            <a:ext cx="1373118" cy="328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CARTA DE APRESENTAÇÃO</a:t>
            </a:r>
            <a:endParaRPr lang="en-US" sz="680" dirty="0"/>
          </a:p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AGOSTO DE 2026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5696843"/>
            <a:ext cx="9525" cy="551259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7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8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0" name="Text 6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1847404"/>
            <a:ext cx="5445651" cy="73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história de hospitalidade, qualidade e experiências há mais de 20 anos</a:t>
            </a:r>
            <a:endParaRPr lang="en-US" sz="25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2943671"/>
            <a:ext cx="5517684" cy="4842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7"/>
              </a:lnSpc>
              <a:buNone/>
            </a:pPr>
            <a:r>
              <a:rPr lang="en-US" sz="109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À Victorinox Brasil</a:t>
            </a:r>
            <a:endParaRPr lang="en-US" sz="1090" dirty="0"/>
          </a:p>
          <a:p>
            <a:pPr algn="l" indent="0" marL="0">
              <a:lnSpc>
                <a:spcPts val="1907"/>
              </a:lnSpc>
              <a:buNone/>
            </a:pPr>
            <a:r>
              <a:rPr lang="en-US" sz="109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Prezados Senhores,</a:t>
            </a:r>
            <a:endParaRPr lang="en-US" sz="109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3643908"/>
            <a:ext cx="5517684" cy="107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É com grande satisfação que apresentamos a Pousada Camburi, uma empresa genuinamente brasileira, estabelecida em Camburi, São Sebastião, no litoral norte do Estado de São Paulo, e que há mais de duas décadas dedica-se à arte de receber pessoas.</a:t>
            </a:r>
            <a:endParaRPr lang="en-US" sz="12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4894213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Nossa história começou em 22 de agosto de 2002. Desde então, construímos nossa trajetória com um princípio muito simples:</a:t>
            </a:r>
            <a:endParaRPr lang="en-US" sz="1090" dirty="0"/>
          </a:p>
        </p:txBody>
      </p:sp>
      <p:sp>
        <p:nvSpPr>
          <p:cNvPr id="15" name="Text 11"/>
          <p:cNvSpPr txBox="1"/>
          <p:nvPr/>
        </p:nvSpPr>
        <p:spPr>
          <a:xfrm>
            <a:off x="1557338" y="5696843"/>
            <a:ext cx="4752112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receber cada hóspede como alguém que estamos verdadeiramente felizes em receber.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6536085"/>
            <a:ext cx="5517684" cy="771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Ao longo desses mais de 20 anos, a Pousada Camburi deixou de ser apenas um empreendimento de hospedagem e passou a construir algo que consideramos ainda mais valioso: relacionamentos duradouros com nossos hóspedes.</a:t>
            </a:r>
            <a:endParaRPr lang="en-US" sz="109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7989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Temos clientes que retornam há muitos anos, famílias que cresceram conosco e pessoas que fizeram da Pousada Camburi parte de suas histórias e de seus momentos especiais.</a:t>
            </a:r>
            <a:endParaRPr lang="en-US" sz="109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8182570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Esse relacionamento é, para nós, uma das maiores conquistas da nossa empresa.</a:t>
            </a:r>
            <a:endParaRPr lang="en-US" sz="109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6356896"/>
            <a:ext cx="9525" cy="27563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7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8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0" name="Text 6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 lugar para viver Camburi</a:t>
            </a:r>
            <a:endParaRPr lang="en-US" sz="25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2575471"/>
            <a:ext cx="5517684" cy="53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Pousada Camburi está localizada em uma das regiões mais especiais do litoral paulista.</a:t>
            </a:r>
            <a:endParaRPr lang="en-US" sz="12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3290590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Camburi reúne praia, Mata Atlântica, gastronomia, natureza, esportes, cultura e uma atmosfera que convida as pessoas a desacelerarem.</a:t>
            </a:r>
            <a:endParaRPr lang="en-US" sz="109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3985171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está situada a poucos minutos a pé da Praia de Camburi, em meio à vegetação exuberante característica da região.</a:t>
            </a:r>
            <a:endParaRPr lang="en-US" sz="109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4679752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Nossa proposta sempre foi oferecer uma hospedagem que respeitasse esse ambiente.</a:t>
            </a:r>
            <a:endParaRPr lang="en-US" sz="109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5117009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Por isso, a Pousada Camburi possui uma identidade própria, com arquitetura e decoração de inspiração rústica, integradas ao entorno e à natureza.</a:t>
            </a:r>
            <a:endParaRPr lang="en-US" sz="109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5811589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Não buscamos criar uma experiência artificial.</a:t>
            </a:r>
            <a:endParaRPr lang="en-US" sz="1090" dirty="0"/>
          </a:p>
        </p:txBody>
      </p:sp>
      <p:sp>
        <p:nvSpPr>
          <p:cNvPr id="18" name="Text 14"/>
          <p:cNvSpPr txBox="1"/>
          <p:nvPr/>
        </p:nvSpPr>
        <p:spPr>
          <a:xfrm>
            <a:off x="1557338" y="6356896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Buscamos permitir que o hóspede viva Camburi.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791914" y="9067949"/>
            <a:ext cx="547196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" name="Shape 4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7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8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0" name="Text 6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04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A experiência dos nossos hóspedes</a:t>
            </a:r>
            <a:endParaRPr lang="en-US" sz="25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2575471"/>
            <a:ext cx="5517684" cy="53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melhor maneira de falar sobre a Pousada Camburi é ouvir quem passou por aqui. Atualmente, nossa reputação digital demonstra a consistência desse trabalho.</a:t>
            </a:r>
            <a:endParaRPr lang="en-US" sz="12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3290590"/>
            <a:ext cx="5517684" cy="771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 Google, a Pousada Camburi possui avaliação de 4,8 estrelas, baseada em 292 avaliações. No Tripadvisor, possui 4,7 estrelas, com 136 avaliações, estando atualmente entre as pousadas mais bem avaliadas de Camburi.</a:t>
            </a:r>
            <a:endParaRPr lang="en-US" sz="109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4242495"/>
            <a:ext cx="5517684" cy="771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Mas, para nós, os números são apenas uma parte da história. O que realmente importa são os comentários. Hóspedes destacam nossa localização, limpeza, café da manhã, serviço de praia, conforto e, principalmente, o atendimento e a atenção da equipe.</a:t>
            </a:r>
            <a:endParaRPr lang="en-US" sz="109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5194399"/>
            <a:ext cx="5517684" cy="1286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Uma avaliação recente no Tripadvisor, por exemplo, descreve a experiência como uma agradável surpresa e destaca a proximidade da praia, o ambiente cercado pela Mata Atlântica, o estilo rústico, o conforto dos quartos, o café da manhã, o serviço de praia e a atenção dos proprietários. O hóspede ainda registra que existem clientes que frequentam a pousada há aproximadamente 20 anos.</a:t>
            </a:r>
            <a:endParaRPr lang="en-US" sz="109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6660952"/>
            <a:ext cx="5517684" cy="1029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Outra avaliação recente publicada no Google ressalta que a experiência começa antes mesmo do check-in, destacando o cuidado com a chegada, as malas, o veículo, as explicações de boas-vindas e a atenção permanente da equipe com o bem-estar dos hóspedes.</a:t>
            </a:r>
            <a:endParaRPr lang="en-US" sz="109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870180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 exatamente esse tipo de reconhecimento que buscamos construir diariamente.</a:t>
            </a:r>
            <a:endParaRPr lang="en-US" sz="109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9293423"/>
            <a:ext cx="55176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600" spc="144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FONTES CITADAS NA CARTA ORIGINAL</a:t>
            </a:r>
            <a:endParaRPr lang="en-US" sz="60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97616"/>
            <a:ext cx="5517684" cy="177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4"/>
              </a:lnSpc>
              <a:buNone/>
            </a:pPr>
            <a:r>
              <a:rPr lang="en-US" sz="82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google.com.br · tripadvisor.com.br · restaurantguru.com.br</a:t>
            </a:r>
            <a:endParaRPr lang="en-US" sz="82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3362623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1223814" y="3742730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7" name="Shape 5"/>
          <p:cNvSpPr/>
          <p:nvPr/>
        </p:nvSpPr>
        <p:spPr>
          <a:xfrm>
            <a:off x="1223814" y="4122837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8" name="Shape 6"/>
          <p:cNvSpPr/>
          <p:nvPr/>
        </p:nvSpPr>
        <p:spPr>
          <a:xfrm>
            <a:off x="1223814" y="4502944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9" name="Shape 7"/>
          <p:cNvSpPr/>
          <p:nvPr/>
        </p:nvSpPr>
        <p:spPr>
          <a:xfrm>
            <a:off x="1223814" y="4883051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0" name="Shape 8"/>
          <p:cNvSpPr/>
          <p:nvPr/>
        </p:nvSpPr>
        <p:spPr>
          <a:xfrm>
            <a:off x="1223814" y="5263158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1" name="Shape 9"/>
          <p:cNvSpPr/>
          <p:nvPr/>
        </p:nvSpPr>
        <p:spPr>
          <a:xfrm>
            <a:off x="1223814" y="5643265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2" name="Shape 10"/>
          <p:cNvSpPr/>
          <p:nvPr/>
        </p:nvSpPr>
        <p:spPr>
          <a:xfrm>
            <a:off x="1223814" y="6023372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3" name="Shape 11"/>
          <p:cNvSpPr/>
          <p:nvPr/>
        </p:nvSpPr>
        <p:spPr>
          <a:xfrm>
            <a:off x="1223814" y="6403479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5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16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8" name="Text 14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05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Qualidade está nos detalhes</a:t>
            </a:r>
            <a:endParaRPr lang="en-US" sz="250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2575471"/>
            <a:ext cx="5517684" cy="53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Acreditamos que hospitalidade não está apenas na estrutura física. Ela está nos detalhes.</a:t>
            </a:r>
            <a:endParaRPr lang="en-US" sz="1240" dirty="0"/>
          </a:p>
        </p:txBody>
      </p:sp>
      <p:sp>
        <p:nvSpPr>
          <p:cNvPr id="21" name="Text 17"/>
          <p:cNvSpPr txBox="1"/>
          <p:nvPr/>
        </p:nvSpPr>
        <p:spPr>
          <a:xfrm>
            <a:off x="1547813" y="3423823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Está em receber o hóspede pelo nome.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1547813" y="3803930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perceber aquilo de que ele precisa antes mesmo que peça.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547813" y="4184037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cuidar do quarto.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1547813" y="4564144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preparar um bom café da manhã.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1547813" y="4944251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oferecer conforto na praia.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547813" y="5324358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ajudar com uma mala.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47813" y="5704465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lembrar uma preferência.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547813" y="6084572"/>
            <a:ext cx="5265866" cy="31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resolver rapidamente um pequeno problema.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1547813" y="6464679"/>
            <a:ext cx="5265866" cy="576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Em fazer com que uma pessoa que chegou como hóspede queira voltar como amigo.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91914" y="7293322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Essa filosofia orientou a construção da Pousada Camburi ao longo de mais de duas décadas.</a:t>
            </a:r>
            <a:endParaRPr lang="en-US" sz="1090" dirty="0"/>
          </a:p>
        </p:txBody>
      </p:sp>
      <p:sp>
        <p:nvSpPr>
          <p:cNvPr id="31" name="Text 27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4484191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1223814" y="4882753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7" name="Shape 5"/>
          <p:cNvSpPr/>
          <p:nvPr/>
        </p:nvSpPr>
        <p:spPr>
          <a:xfrm>
            <a:off x="1223814" y="5281315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8" name="Shape 6"/>
          <p:cNvSpPr/>
          <p:nvPr/>
        </p:nvSpPr>
        <p:spPr>
          <a:xfrm>
            <a:off x="1223814" y="5679877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9" name="Shape 7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0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11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3" name="Text 9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06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empresa consolidada</a:t>
            </a:r>
            <a:endParaRPr lang="en-US" sz="250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2575471"/>
            <a:ext cx="5517684" cy="267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São mais de 20 anos de operação contínua.</a:t>
            </a:r>
            <a:endParaRPr lang="en-US" sz="12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3022997"/>
            <a:ext cx="5517684" cy="771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Mais de duas décadas enfrentando diferentes momentos da economia, mudanças no comportamento dos consumidores, transformações no turismo e novas formas de comunicação.</a:t>
            </a:r>
            <a:endParaRPr lang="en-US" sz="109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3974902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 permanecemos aqui.</a:t>
            </a:r>
            <a:endParaRPr lang="en-US" sz="1090" dirty="0"/>
          </a:p>
        </p:txBody>
      </p:sp>
      <p:sp>
        <p:nvSpPr>
          <p:cNvPr id="18" name="Text 14"/>
          <p:cNvSpPr txBox="1"/>
          <p:nvPr/>
        </p:nvSpPr>
        <p:spPr>
          <a:xfrm>
            <a:off x="1547813" y="4545391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Cuidando da empresa.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547813" y="4943953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Cuidando da nossa equipe.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547813" y="5342515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Cuidando dos nossos hóspedes.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1547813" y="5741077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Cuidando do patrimônio que construímos.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6330404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Essa longevidade nos ensinou que confiança não é conquistada em uma campanha publicitária; é construída ao longo do tempo.</a:t>
            </a:r>
            <a:endParaRPr lang="en-US" sz="1090" dirty="0"/>
          </a:p>
        </p:txBody>
      </p:sp>
      <p:sp>
        <p:nvSpPr>
          <p:cNvPr id="23" name="Text 19"/>
          <p:cNvSpPr txBox="1"/>
          <p:nvPr/>
        </p:nvSpPr>
        <p:spPr>
          <a:xfrm>
            <a:off x="791914" y="7024985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 talvez seja justamente esse um dos pontos que mais nos aproximam da filosofia da Victorinox.</a:t>
            </a:r>
            <a:endParaRPr lang="en-US" sz="1090" dirty="0"/>
          </a:p>
        </p:txBody>
      </p:sp>
      <p:sp>
        <p:nvSpPr>
          <p:cNvPr id="24" name="Text 20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3362623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1223814" y="3761184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7" name="Shape 5"/>
          <p:cNvSpPr/>
          <p:nvPr/>
        </p:nvSpPr>
        <p:spPr>
          <a:xfrm>
            <a:off x="1223814" y="4159746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8" name="Shape 6"/>
          <p:cNvSpPr/>
          <p:nvPr/>
        </p:nvSpPr>
        <p:spPr>
          <a:xfrm>
            <a:off x="1223814" y="4558308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9" name="Shape 7"/>
          <p:cNvSpPr/>
          <p:nvPr/>
        </p:nvSpPr>
        <p:spPr>
          <a:xfrm>
            <a:off x="1223814" y="4956870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0" name="Shape 8"/>
          <p:cNvSpPr/>
          <p:nvPr/>
        </p:nvSpPr>
        <p:spPr>
          <a:xfrm>
            <a:off x="1223814" y="5355431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1" name="Shape 9"/>
          <p:cNvSpPr/>
          <p:nvPr/>
        </p:nvSpPr>
        <p:spPr>
          <a:xfrm>
            <a:off x="1223814" y="5753993"/>
            <a:ext cx="143917" cy="759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2" name="Shape 10"/>
          <p:cNvSpPr/>
          <p:nvPr/>
        </p:nvSpPr>
        <p:spPr>
          <a:xfrm>
            <a:off x="1223814" y="7901732"/>
            <a:ext cx="9525" cy="898773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3" name="Shape 11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4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15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7" name="Text 13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07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Por que Victorinox?</a:t>
            </a:r>
            <a:endParaRPr lang="en-US" sz="250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2575471"/>
            <a:ext cx="5517684" cy="53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Admiramos a Victorinox justamente porque reconhecemos na marca valores que também procuramos praticar:</a:t>
            </a:r>
            <a:endParaRPr lang="en-US" sz="1240" dirty="0"/>
          </a:p>
        </p:txBody>
      </p:sp>
      <p:sp>
        <p:nvSpPr>
          <p:cNvPr id="20" name="Text 16"/>
          <p:cNvSpPr txBox="1"/>
          <p:nvPr/>
        </p:nvSpPr>
        <p:spPr>
          <a:xfrm>
            <a:off x="1547813" y="3423823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qualidade.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1547813" y="3822384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confiabilidade.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1547813" y="4220946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durabilidade.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547813" y="4619508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funcionalidade.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1547813" y="5018070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atenção aos detalhes.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547813" y="5416631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respeito ao consumidor.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547813" y="5815193"/>
            <a:ext cx="5265866" cy="337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 uma história construída ao longo do tempo.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791914" y="6404521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Victorinox possui uma tradição centenária e tornou seus produtos companheiros de pessoas em viagens, aventuras, trabalho e momentos cotidianos.</a:t>
            </a:r>
            <a:endParaRPr lang="en-US" sz="1090" dirty="0"/>
          </a:p>
        </p:txBody>
      </p:sp>
      <p:sp>
        <p:nvSpPr>
          <p:cNvPr id="28" name="Text 24"/>
          <p:cNvSpPr txBox="1"/>
          <p:nvPr/>
        </p:nvSpPr>
        <p:spPr>
          <a:xfrm>
            <a:off x="791914" y="7099102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possui uma história muito mais jovem, mas compartilha uma convicção semelhante:</a:t>
            </a:r>
            <a:endParaRPr lang="en-US" sz="1090" dirty="0"/>
          </a:p>
        </p:txBody>
      </p:sp>
      <p:sp>
        <p:nvSpPr>
          <p:cNvPr id="29" name="Text 25"/>
          <p:cNvSpPr txBox="1"/>
          <p:nvPr/>
        </p:nvSpPr>
        <p:spPr>
          <a:xfrm>
            <a:off x="1557338" y="7901732"/>
            <a:ext cx="4752112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um bom produto ou um bom serviço não precisa apenas funcionar bem.</a:t>
            </a:r>
            <a:endParaRPr lang="en-US" sz="1550" dirty="0"/>
          </a:p>
        </p:txBody>
      </p:sp>
      <p:sp>
        <p:nvSpPr>
          <p:cNvPr id="30" name="Text 26"/>
          <p:cNvSpPr txBox="1"/>
          <p:nvPr/>
        </p:nvSpPr>
        <p:spPr>
          <a:xfrm>
            <a:off x="1557338" y="8524875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Ele precisa gerar confiança.</a:t>
            </a:r>
            <a:endParaRPr lang="en-US" sz="1550" dirty="0"/>
          </a:p>
        </p:txBody>
      </p:sp>
      <p:sp>
        <p:nvSpPr>
          <p:cNvPr id="31" name="Text 27"/>
          <p:cNvSpPr txBox="1"/>
          <p:nvPr/>
        </p:nvSpPr>
        <p:spPr>
          <a:xfrm>
            <a:off x="791914" y="9088487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 confiança é aquilo que faz uma pessoa voltar.</a:t>
            </a:r>
            <a:endParaRPr lang="en-US" sz="1090" dirty="0"/>
          </a:p>
        </p:txBody>
      </p:sp>
      <p:sp>
        <p:nvSpPr>
          <p:cNvPr id="32" name="Text 28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6871543"/>
            <a:ext cx="9525" cy="275630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7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8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0" name="Text 6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08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 ambiente de experiência</a:t>
            </a:r>
            <a:endParaRPr lang="en-US" sz="25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2575471"/>
            <a:ext cx="5517684" cy="53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É nesse contexto que enxergamos uma possibilidade especial de aproximação entre nossas empresas.</a:t>
            </a:r>
            <a:endParaRPr lang="en-US" sz="12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3290590"/>
            <a:ext cx="5517684" cy="771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recebe pessoas que viajam, exploram, descansam, praticam esportes, aproveitam a natureza, desfrutam da gastronomia e compartilham momentos com familiares e amigos.</a:t>
            </a:r>
            <a:endParaRPr lang="en-US" sz="109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4242495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 um ambiente real de experiências.</a:t>
            </a:r>
            <a:endParaRPr lang="en-US" sz="109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4679752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 lugar onde qualidade, funcionalidade, natureza, gastronomia, viagem e hospitalidade podem se encontrar naturalmente.</a:t>
            </a:r>
            <a:endParaRPr lang="en-US" sz="109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5374332"/>
            <a:ext cx="5517684" cy="771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Por isso, acreditamos que a Pousada Camburi pode representar um ambiente particularmente interessante para que clientes, colaboradores, parceiros e convidados da Victorinox possam conhecer, utilizar e vivenciar seus produtos dentro de situações reais.</a:t>
            </a:r>
            <a:endParaRPr lang="en-US" sz="109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6326237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Não simplesmente ver.</a:t>
            </a:r>
            <a:endParaRPr lang="en-US" sz="1090" dirty="0"/>
          </a:p>
        </p:txBody>
      </p:sp>
      <p:sp>
        <p:nvSpPr>
          <p:cNvPr id="18" name="Text 14"/>
          <p:cNvSpPr txBox="1"/>
          <p:nvPr/>
        </p:nvSpPr>
        <p:spPr>
          <a:xfrm>
            <a:off x="1557338" y="6871543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Viver.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5404991"/>
            <a:ext cx="9525" cy="970657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7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8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0" name="Text 6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09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Nosso convite</a:t>
            </a:r>
            <a:endParaRPr lang="en-US" sz="25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2575471"/>
            <a:ext cx="5517684" cy="53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Gostaríamos de apresentar oficialmente a Pousada Camburi à Victorinox Brasil e abrir uma conversa sobre possibilidades de relacionamento entre nossas empresas.</a:t>
            </a:r>
            <a:endParaRPr lang="en-US" sz="12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3290590"/>
            <a:ext cx="5517684" cy="5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Temos muito respeito pela história e pelo posicionamento da Victorinox, e acreditamos que existe uma afinidade verdadeira entre nossas marcas.</a:t>
            </a:r>
            <a:endParaRPr lang="en-US" sz="109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3985171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possui uma história construída com pessoas.</a:t>
            </a:r>
            <a:endParaRPr lang="en-US" sz="109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4422428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Victorinox possui uma história construída com produtos que acompanham pessoas.</a:t>
            </a:r>
            <a:endParaRPr lang="en-US" sz="109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4859685"/>
            <a:ext cx="5517684" cy="257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7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Talvez seja justamente aí que exista uma oportunidade.</a:t>
            </a:r>
            <a:endParaRPr lang="en-US" sz="1090" dirty="0"/>
          </a:p>
        </p:txBody>
      </p:sp>
      <p:sp>
        <p:nvSpPr>
          <p:cNvPr id="17" name="Text 13"/>
          <p:cNvSpPr txBox="1"/>
          <p:nvPr/>
        </p:nvSpPr>
        <p:spPr>
          <a:xfrm>
            <a:off x="1557338" y="5404991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Uma marca que acompanha pessoas.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1557338" y="5752505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Um lugar que recebe pessoas.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1557338" y="6100018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 uma experiência que pode unir as duas.</a:t>
            </a:r>
            <a:endParaRPr lang="en-US" sz="155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106919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91914" y="1187797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791914" y="1665238"/>
            <a:ext cx="503932" cy="2024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223814" y="3666232"/>
            <a:ext cx="9525" cy="623143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791914" y="5297239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91914" y="9674721"/>
            <a:ext cx="5976045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14" y="611981"/>
            <a:ext cx="1543348" cy="431899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038" y="9828163"/>
            <a:ext cx="606921" cy="39588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11278" y="910530"/>
            <a:ext cx="19090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20" dirty="0"/>
          </a:p>
        </p:txBody>
      </p:sp>
      <p:sp>
        <p:nvSpPr>
          <p:cNvPr id="11" name="Text 7"/>
          <p:cNvSpPr txBox="1"/>
          <p:nvPr/>
        </p:nvSpPr>
        <p:spPr>
          <a:xfrm>
            <a:off x="6590556" y="834330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1847404"/>
            <a:ext cx="5445651" cy="36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500" spc="-10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Seu lugar em Camburi.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2575471"/>
            <a:ext cx="5517684" cy="802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Será uma grande satisfação receber representantes da Victorinox em Camburi, apresentar pessoalmente nossa pousada, nossa equipe, nossa história e conversar sobre as possibilidades que podemos construir juntos.</a:t>
            </a:r>
            <a:endParaRPr lang="en-US" sz="1240" dirty="0"/>
          </a:p>
        </p:txBody>
      </p:sp>
      <p:sp>
        <p:nvSpPr>
          <p:cNvPr id="14" name="Text 10"/>
          <p:cNvSpPr txBox="1"/>
          <p:nvPr/>
        </p:nvSpPr>
        <p:spPr>
          <a:xfrm>
            <a:off x="1557338" y="3666232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Quem cuida de tudo somos nós.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1557338" y="4013746"/>
            <a:ext cx="4752112" cy="275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55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Você aproveita a praia, descansa e vive a experiência.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5630763"/>
            <a:ext cx="6021765" cy="249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2"/>
              </a:lnSpc>
              <a:buNone/>
            </a:pPr>
            <a:r>
              <a:rPr lang="en-US" sz="109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Atenciosamente,</a:t>
            </a:r>
            <a:endParaRPr lang="en-US" sz="109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6059835"/>
            <a:ext cx="6021765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Rodrigo Roberto Sulina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6533406"/>
            <a:ext cx="602176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00" spc="14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</a:t>
            </a:r>
            <a:endParaRPr lang="en-US" sz="70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6711107"/>
            <a:ext cx="602176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00" spc="14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DESDE 22 DE AGOSTO DE 2002</a:t>
            </a:r>
            <a:endParaRPr lang="en-US" sz="70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9968954"/>
            <a:ext cx="30401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90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Pousada Camburi — Carta de Apresentação à Victorinox</dc:title>
  <dc:subject>PptxGenJS Presentation</dc:subject>
  <dc:creator>Pousada Camburi</dc:creator>
  <cp:lastModifiedBy>Pousada Camburi</cp:lastModifiedBy>
  <cp:revision>1</cp:revision>
  <dcterms:created xsi:type="dcterms:W3CDTF">2026-08-27T13:47:34Z</dcterms:created>
  <dcterms:modified xsi:type="dcterms:W3CDTF">2026-08-27T13:47:34Z</dcterms:modified>
</cp:coreProperties>
</file>