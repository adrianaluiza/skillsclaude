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Diga em uma frase: “Karen, essa etapa foi para arrumar a base da presença digital da Pekar. Vou te mostrar em 10 minutos tudo o que foi feito, o que já está no ar e o que ainda depende de vocês.”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Panorama. Se a Karen tiver pouco tempo, esse slide sozinho conta a história 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para mostrar ritmo: da aprovação até o conteúdo no ar foram 11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Karen perguntar “para que serve”, o argumento é: repetição gera reconhecimento, e marca reconhecida vende com menos esforço.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abrir o perfil no celular durante a apresentação e mostrar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 importante: o link antigo (tinyurl) foi descontinuado porque exigia login. Se alguém ainda usa, trocar por pekar-joias.web.app.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 para a próxima proposta: 15 dias é pouco tempo para medir resultado de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esconder o número. A leitura correta: base construída na etapa 1, crescimento é objetivo da etapa 2. Se a Karen tiver alcance e visitas ao perfil no aplicativo, vale complementar esse slide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não foi trabalho a menos: foi um problema real que impedia a entrega combinada e precisou ser resolvido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item de maior valor escondido da etapa: recuperar a posse dos cadastros evita dor de cabeça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é um bônus, fora do escopo contratado.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Combinar prazo aqui: pedir o vídeo do guia de medidas ainda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a sensação de valor entregue: são ativos permanentes da marca, não serviço consumido.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combinando os dois pedidos pendentes e anunciar que a proposta da Etapa 2 chega em seguida.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960120"/>
            <a:ext cx="4206240" cy="4206240"/>
          </a:xfrm>
          <a:prstGeom prst="ellipse">
            <a:avLst/>
          </a:prstGeom>
          <a:solidFill>
            <a:srgbClr val="B08D5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77640"/>
            <a:ext cx="2468880" cy="2468880"/>
          </a:xfrm>
          <a:prstGeom prst="ellipse">
            <a:avLst/>
          </a:prstGeom>
          <a:solidFill>
            <a:srgbClr val="B08D5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002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 ARTE EM JÓIAS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da Etapa 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Identidade, Instagram, site e Google: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feito, o que mudou e o que vem agora.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5074920"/>
            <a:ext cx="3794760" cy="566928"/>
          </a:xfrm>
          <a:prstGeom prst="roundRect">
            <a:avLst>
              <a:gd name="adj" fmla="val 48387"/>
            </a:avLst>
          </a:prstGeom>
          <a:solidFill>
            <a:srgbClr val="B08D5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50749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30/07/2026  a  24/08/2026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de presença digital  ·  Adriana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feito, em 1 minuto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10512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34086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visual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69748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cara da marca definida: logo tratada, cores e letras para usar em tudo.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810512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234086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organizado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269748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destaques e link arrumados para quem chega entender e comprar.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572768"/>
            <a:ext cx="3502152" cy="1965960"/>
          </a:xfrm>
          <a:prstGeom prst="roundRect">
            <a:avLst>
              <a:gd name="adj" fmla="val 2791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1810512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234086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com link na bio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85048" y="269748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só da Pekar, com WhatsApp, garantia, entrega e ouvidoria.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730752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" y="3968496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96849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6968" y="4526280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Descoberto o motivo de não conseguirem editar as lojas e feita a reivindicação dos acessos.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730752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0528" y="3968496"/>
            <a:ext cx="402336" cy="40233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396849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Bônus: arquivos no Drive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10528" y="4526280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da Pekar com todos os arquivos criados no projeto, para uso a qualquer momento.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57607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dessas frentes está detalhada nos próximos slides.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o caminho, dia a dia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FE7D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276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5727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aprovada e briefing enviado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1572768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fechado e o questionário de entendimento da marca enviado para a Karen.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FE7D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768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2219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ao Instagram e arquivos da logo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221992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Pekar liberou o perfil e enviou os arquivos originais da logo.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FE7D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260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8712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respondido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2871216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da Karen chegaram e viraram a base da identidade.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575304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FE7D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753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e guia de Instagram entregues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520440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foi criado o grupo de WhatsApp do projeto, para agilizar o dia a dia.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22452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FE7D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245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41696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atualizado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4169664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reescrita, capas de destaque no padrão da marca e link de compra na bio.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873752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EFE7DE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8737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4818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Primeiras postagens no 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4818888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 da publicação de conteúdo seguindo o guia entregue.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5522976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B08D57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5229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83080" y="54681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da Etapa 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29400" y="5468112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apresentação: balanço do que foi feito e do que vem a seguir.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1  ·  02/08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visual: a cara da Pekar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6309360" cy="3931920"/>
          </a:xfrm>
          <a:prstGeom prst="roundRect">
            <a:avLst>
              <a:gd name="adj" fmla="val 139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isso, na prática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5486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é o conjunto de regras que faz a Pekar ser reconhecida em qualquer lugar: no post, na etiqueta, na embalagem e na loja.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cada peça de comunicação sai com uma cara diferente e a marca demora muito mais para ficar na memória da cliente.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em dois arquivos: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49884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identidade-pekar (documento) — a explicação completa, para consulta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identidade-pekar (apresentação) — a versão visual, para mostrar rápido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72768"/>
            <a:ext cx="4416552" cy="3931920"/>
          </a:xfrm>
          <a:prstGeom prst="roundRect">
            <a:avLst>
              <a:gd name="adj" fmla="val 1395"/>
            </a:avLst>
          </a:prstGeom>
          <a:solidFill>
            <a:srgbClr val="2E2622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18745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DEFINIDO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235000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229514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tratada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58775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limpos e prontos para uso digital e impresso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12724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30723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Paleta de cores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0" y="336499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cores oficiais da marca, sempre as mesmas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390448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384962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Tipografia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0" y="414223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letras usadas em títulos e textos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468172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62686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Aplicações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0" y="491947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cada elemento sem errar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  ·  03/08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Instagram: bio, destaques e link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502152" cy="2880360"/>
          </a:xfrm>
          <a:prstGeom prst="roundRect">
            <a:avLst>
              <a:gd name="adj" fmla="val 190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textinho embaixo do nome do perfil.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para dizer em poucas linhas quem é a Pekar, o que vende e onde encontrar as lojas.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502152" cy="2880360"/>
          </a:xfrm>
          <a:prstGeom prst="roundRect">
            <a:avLst>
              <a:gd name="adj" fmla="val 190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8745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bolinhas fixas logo abaixo da bio.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Ganharam capas no padrão da marca, para o perfil abrir bonito e organizado.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572768"/>
            <a:ext cx="3502152" cy="2880360"/>
          </a:xfrm>
          <a:prstGeom prst="roundRect">
            <a:avLst>
              <a:gd name="adj" fmla="val 190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745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na bio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 clicável do perfil.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283464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a levar para uma página própria da Pekar, com o caminho da compra pronto.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1000232" cy="1325880"/>
          </a:xfrm>
          <a:prstGeom prst="roundRect">
            <a:avLst>
              <a:gd name="adj" fmla="val 4138"/>
            </a:avLst>
          </a:prstGeom>
          <a:solidFill>
            <a:srgbClr val="EFE7DE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três juntos?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230368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três primeiros pontos que uma pessoa nova olha ao chegar no perfil. Se os três estão claros, ela entende a marca em segundos e sabe para onde ir para comprar.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página da Pekar no link da bio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0232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pekar-joias.web.app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54203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endereço oficial. Use sempre ele na bio do Instagram e nas conversas com clientes.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2615184" cy="2011680"/>
          </a:xfrm>
          <a:prstGeom prst="roundRect">
            <a:avLst>
              <a:gd name="adj" fmla="val 3182"/>
            </a:avLst>
          </a:prstGeom>
          <a:solidFill>
            <a:srgbClr val="3D332C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346704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3075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 pelo WhatsApp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31596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conversa direto no número da loja: (12) 97401-1503.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108960"/>
            <a:ext cx="2615184" cy="2011680"/>
          </a:xfrm>
          <a:prstGeom prst="roundRect">
            <a:avLst>
              <a:gd name="adj" fmla="val 3182"/>
            </a:avLst>
          </a:prstGeom>
          <a:solidFill>
            <a:srgbClr val="3D332C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3346704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73075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49040" y="431596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a garantia das peças antes mesmo da cliente perguntar.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108960"/>
            <a:ext cx="2615184" cy="2011680"/>
          </a:xfrm>
          <a:prstGeom prst="roundRect">
            <a:avLst>
              <a:gd name="adj" fmla="val 3182"/>
            </a:avLst>
          </a:prstGeom>
          <a:solidFill>
            <a:srgbClr val="3D332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3346704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73075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entrega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29400" y="431596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claro como a joia chega até a cliente.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3108960"/>
            <a:ext cx="2615184" cy="2011680"/>
          </a:xfrm>
          <a:prstGeom prst="roundRect">
            <a:avLst>
              <a:gd name="adj" fmla="val 3182"/>
            </a:avLst>
          </a:prstGeom>
          <a:solidFill>
            <a:srgbClr val="3D332C"/>
          </a:solidFill>
          <a:ln/>
        </p:spPr>
      </p:sp>
      <p:sp>
        <p:nvSpPr>
          <p:cNvPr id="23" name="Shape 21"/>
          <p:cNvSpPr/>
          <p:nvPr/>
        </p:nvSpPr>
        <p:spPr>
          <a:xfrm>
            <a:off x="9509760" y="3346704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3730752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Ouvidoria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509760" y="431596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canal para elogio, dúvida ou reclamação, no mesmo WhatsApp.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534924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linguagem simples: o Instagram não deixa colocar vários links no perfil. Essa página resolve isso — um único link que abre todos os caminhos da Pekar de uma vez.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4  ·  02/08 E 10/08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de Instagram e início das postagens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76672" cy="3931920"/>
          </a:xfrm>
          <a:prstGeom prst="roundRect">
            <a:avLst>
              <a:gd name="adj" fmla="val 139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28800"/>
            <a:ext cx="420624" cy="420624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básico de Instagram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em 02/08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724912"/>
            <a:ext cx="4553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material escrito para a Karen e a equipe, explicando sem termo técnico como manter o perfil: o que postar, com que frequência, como escrever as legendas e o que evita que o post seja pouco visto.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é que a Pekar consiga tocar o dia a dia sozinha, sem depender de ninguém.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5376672" cy="3931920"/>
          </a:xfrm>
          <a:prstGeom prst="roundRect">
            <a:avLst>
              <a:gd name="adj" fmla="val 139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828800"/>
            <a:ext cx="420624" cy="420624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182880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Postagens no 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237744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10/08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724912"/>
            <a:ext cx="4553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dia 10 de agosto o perfil passou a publicar seguindo o guia e a identidade da marca — mesma linguagem, mesmas cores, mesma lógica.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15 dias de publicação até esta apresentação. É o começo de uma rotina, não uma ação pontual: o resultado aparece com constância.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7150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é material da Pekar: fica com a equipe para consultar sempre que precisar.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números mostram até aqui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3D33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2.826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no início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julho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3D332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7830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2.836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11880" y="25603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hoje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8529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agosto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64592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7830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seguidores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28529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35440" y="164592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3D332C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7830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72600" y="25603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postagens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72600" y="28529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10/08 a 24/08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584448"/>
            <a:ext cx="11000232" cy="2395728"/>
          </a:xfrm>
          <a:prstGeom prst="roundRect">
            <a:avLst>
              <a:gd name="adj" fmla="val 3053"/>
            </a:avLst>
          </a:prstGeom>
          <a:solidFill>
            <a:srgbClr val="3D332C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785616"/>
            <a:ext cx="10085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esses números com honestidade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51560" y="4169664"/>
            <a:ext cx="10085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seguidores cresceu pouco — e isso era esperado. Esta primeira etapa não foi de crescimento, foi de arrumar a casa: definir a identidade, organizar o perfil, criar o caminho de compra e resolver o problema de acesso no Google.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 novo vem depois, com constância de publicação e ações feitas para atrair gente de fora. Com apenas 15 dias de conteúdo no ar, ainda não dá para medir isso — o que existe hoje é uma base pronta para esse crescimento acontecer.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MEU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estava acontecendo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1000232" cy="868680"/>
          </a:xfrm>
          <a:prstGeom prst="roundRect">
            <a:avLst>
              <a:gd name="adj" fmla="val 6316"/>
            </a:avLst>
          </a:prstGeom>
          <a:solidFill>
            <a:srgbClr val="EFE7DE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572768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era atualizar fotos e informações das lojas no Google. Ao entrar, descobrimos que a Pekar não tinha acesso para editar — então o trabalho virou investigação.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944368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contas em Juquehy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cadastros da Pekar na mesma cidade. Um está como loja e o outro aparece como restaurante.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69748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944368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em e-mail antigo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63440" y="40233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de Maresias e um dos de Juquehy estão ligados a um e-mail antigo (co....@gmail.com), fora do controle da Pekar.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69748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944368"/>
            <a:ext cx="365760" cy="36576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4290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prático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12480" y="40233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acesso, ninguém consegue corrigir foto, horário, endereço ou telefone — e a cliente vê informação errada.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53949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Meu Negócio é o cadastro que faz a loja aparecer no Google e no Google Maps, com foto, horário e telefone.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MEU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 no lugar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0232" cy="1133856"/>
          </a:xfrm>
          <a:prstGeom prst="roundRect">
            <a:avLst>
              <a:gd name="adj" fmla="val 483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892808"/>
            <a:ext cx="548640" cy="54864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7465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e diagnóstico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112264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todos os cadastros da Pekar no Google, para entender por que o acesso estava bloqueado e quantas contas existiam.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898648"/>
            <a:ext cx="11000232" cy="1133856"/>
          </a:xfrm>
          <a:prstGeom prst="roundRect">
            <a:avLst>
              <a:gd name="adj" fmla="val 483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8408" y="3191256"/>
            <a:ext cx="548640" cy="54864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044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Criação de um e-mail oficial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410712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o e-mail pekarjoias@gmail.com, no nome da marca, para ser o dono definitivo dos cadastros — e não mais um e-mail pessoal de terceiros.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197096"/>
            <a:ext cx="11000232" cy="1133856"/>
          </a:xfrm>
          <a:prstGeom prst="roundRect">
            <a:avLst>
              <a:gd name="adj" fmla="val 483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4489704"/>
            <a:ext cx="548640" cy="54864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343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Reivindicação dos acessos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70916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o pedido de recuperação das contas junto ao Google usando esse e-mail. Etapa concluída.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553212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2E2622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532120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Pekar passa a ser dona dos próprios cadastros. Com o acesso liberado, fica possível corrigir as informações das lojas e resolver a conta duplicada de Juquehy.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arquivos, em um lugar só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943600" cy="3611880"/>
          </a:xfrm>
          <a:prstGeom prst="roundRect">
            <a:avLst>
              <a:gd name="adj" fmla="val 1519"/>
            </a:avLst>
          </a:prstGeom>
          <a:solidFill>
            <a:srgbClr val="2E2622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pasta no Google Drive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e-mail pekarjoias@gmail.com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estava na proposta, mas foi criada para que a Pekar nunca precise pedir arquivo para ninguém.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tudo dentro do e-mail da própria marca. Se a equipe mudar, os arquivos continuam lá.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1572768"/>
            <a:ext cx="4782312" cy="3611880"/>
          </a:xfrm>
          <a:prstGeom prst="roundRect">
            <a:avLst>
              <a:gd name="adj" fmla="val 151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187452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 DENTRO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235000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08392" y="225856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de destaque do Instagram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08392" y="266090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imagens das bolinhas do perfil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326440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08392" y="317296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da logo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08392" y="357530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tratadas, prontas para uso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4178808"/>
            <a:ext cx="310896" cy="3108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08392" y="408736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do projeto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08392" y="448970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identidade, guia de Instagram e demais materiais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53949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acessar: entrar no Google Drive com o e-mail pekarjoias@gmail.com.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PRONTOS, MAS AINDA NÃO NO 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coisas que dependem da Pekar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17904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capas abaixo já foram criadas e estão guardadas no Drive. Para entrarem no perfil, falta o conteúdo que só a loja consegue produzir.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376672" cy="3108960"/>
          </a:xfrm>
          <a:prstGeom prst="roundRect">
            <a:avLst>
              <a:gd name="adj" fmla="val 176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0428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Destaque: Guia de medidas de anel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 está pronta.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vídeo foi gravado pela Karen em 24/08 — falta enviar para a Adriana para o destaque entrar no perfil.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434840"/>
            <a:ext cx="2697480" cy="420624"/>
          </a:xfrm>
          <a:prstGeom prst="roundRect">
            <a:avLst>
              <a:gd name="adj" fmla="val 47826"/>
            </a:avLst>
          </a:prstGeom>
          <a:solidFill>
            <a:srgbClr val="2E262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4348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Karen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57400"/>
            <a:ext cx="5376672" cy="3108960"/>
          </a:xfrm>
          <a:prstGeom prst="roundRect">
            <a:avLst>
              <a:gd name="adj" fmla="val 1765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30428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Destaque: Depoimentos de clientes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301752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 está pronta.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3832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 Karen e as vendedoras colherem os depoimentos com as clientes das lojas.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0" y="4434840"/>
            <a:ext cx="2697480" cy="420624"/>
          </a:xfrm>
          <a:prstGeom prst="roundRect">
            <a:avLst>
              <a:gd name="adj" fmla="val 47826"/>
            </a:avLst>
          </a:prstGeom>
          <a:solidFill>
            <a:srgbClr val="2E2622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44348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Karen e a equipe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376672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que os dois chegarem, os destaques entram no perfil e a vitrine do Instagram fica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Pekar leva desta etapa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47088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82496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visual definida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29968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 apresentação com as regras da marca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47088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1682496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tratada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029968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prontos para qualquer uso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2615184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2889504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724912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do Instagram organizado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072384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capas de destaque e link de compra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615184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2889504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724912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própria no 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072384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pekar-joias.web.app, com o caminho da compra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3657600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6968" y="3931920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3767328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básico de Instagram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411480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tocar o perfil sem depender de terceiros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3931920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3767328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 oficial da marca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411480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pekarjoias@gmail.com, dono dos cadastros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94360" y="4700016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86968" y="4974336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6" name="Text 34"/>
          <p:cNvSpPr/>
          <p:nvPr/>
        </p:nvSpPr>
        <p:spPr>
          <a:xfrm>
            <a:off x="886968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71600" y="480974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Acessos do Google reivindicados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71600" y="5157216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aberto para corrigir as lojas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4700016"/>
            <a:ext cx="5376672" cy="896112"/>
          </a:xfrm>
          <a:prstGeom prst="roundRect">
            <a:avLst>
              <a:gd name="adj" fmla="val 6122"/>
            </a:avLst>
          </a:prstGeom>
          <a:solidFill>
            <a:srgbClr val="F7F2E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10528" y="4974336"/>
            <a:ext cx="347472" cy="34747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41" name="Text 39"/>
          <p:cNvSpPr/>
          <p:nvPr/>
        </p:nvSpPr>
        <p:spPr>
          <a:xfrm>
            <a:off x="6510528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95160" y="480974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Pasta no Drive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95160" y="5157216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arquivos do projeto, sempre à mão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291840" cy="3291840"/>
          </a:xfrm>
          <a:prstGeom prst="ellipse">
            <a:avLst/>
          </a:prstGeom>
          <a:solidFill>
            <a:srgbClr val="B08D5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concluída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76672" cy="1874520"/>
          </a:xfrm>
          <a:prstGeom prst="roundRect">
            <a:avLst>
              <a:gd name="adj" fmla="val 2927"/>
            </a:avLst>
          </a:prstGeom>
          <a:solidFill>
            <a:srgbClr val="3D332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4767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49424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frentes combinadas foram entregues ou resolvidas.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76672" cy="1874520"/>
          </a:xfrm>
          <a:prstGeom prst="roundRect">
            <a:avLst>
              <a:gd name="adj" fmla="val 2927"/>
            </a:avLst>
          </a:prstGeom>
          <a:solidFill>
            <a:srgbClr val="3D332C"/>
          </a:solidFill>
          <a:ln/>
          <a:effectLst>
            <a:outerShdw sx="100000" sy="100000" kx="0" ky="0" algn="bl" rotWithShape="0" blurRad="1778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94767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FINAL (50%)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249424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R$ 1.250,00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629400" y="283464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 em 01/09/2026, conforme a proposta aprovada em 30/07.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" y="4279392"/>
            <a:ext cx="3502152" cy="1261872"/>
          </a:xfrm>
          <a:prstGeom prst="roundRect">
            <a:avLst>
              <a:gd name="adj" fmla="val 5072"/>
            </a:avLst>
          </a:prstGeom>
          <a:solidFill>
            <a:srgbClr val="3D332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444398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Enviar o vídeo do guia de medidas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86968" y="4992624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publicar o destaque que já está pronto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4279392"/>
            <a:ext cx="3502152" cy="1261872"/>
          </a:xfrm>
          <a:prstGeom prst="roundRect">
            <a:avLst>
              <a:gd name="adj" fmla="val 5072"/>
            </a:avLst>
          </a:prstGeom>
          <a:solidFill>
            <a:srgbClr val="3D332C"/>
          </a:solidFill>
          <a:ln/>
        </p:spPr>
      </p:sp>
      <p:sp>
        <p:nvSpPr>
          <p:cNvPr id="18" name="Text 16"/>
          <p:cNvSpPr/>
          <p:nvPr/>
        </p:nvSpPr>
        <p:spPr>
          <a:xfrm>
            <a:off x="4636008" y="444398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Colher depoimentos de clientes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36008" y="4992624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Karen e as vendedoras, nas duas lojas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4279392"/>
            <a:ext cx="3502152" cy="1261872"/>
          </a:xfrm>
          <a:prstGeom prst="roundRect">
            <a:avLst>
              <a:gd name="adj" fmla="val 5072"/>
            </a:avLst>
          </a:prstGeom>
          <a:solidFill>
            <a:srgbClr val="3D332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5048" y="444398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proposta para a Etapa 2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85048" y="4992624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foco em crescimento e em concluir o Google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FE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 pela confiança, Karen.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Pekar Arte em Jóias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Pekar Arte em Jóias — Encerramento da Etapa 1</dc:title>
  <dc:subject>PptxGenJS Presentation</dc:subject>
  <dc:creator>Adriana</dc:creator>
  <cp:lastModifiedBy>Adriana</cp:lastModifiedBy>
  <cp:revision>1</cp:revision>
  <dcterms:created xsi:type="dcterms:W3CDTF">2026-08-24T21:02:59Z</dcterms:created>
  <dcterms:modified xsi:type="dcterms:W3CDTF">2026-08-24T21:02:59Z</dcterms:modified>
</cp:coreProperties>
</file>